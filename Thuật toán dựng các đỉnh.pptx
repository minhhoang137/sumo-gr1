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3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23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038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999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940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92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7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43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10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67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55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7319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47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0278FA-B045-ED8C-303C-D5A8391366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06" b="2952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30DD7D3-2712-4491-B2C2-5FC23330C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569" y="1066800"/>
            <a:ext cx="5128322" cy="4724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FD294-0F9F-0475-055E-EEC286AB6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737" y="1562101"/>
            <a:ext cx="4359744" cy="2738530"/>
          </a:xfrm>
        </p:spPr>
        <p:txBody>
          <a:bodyPr anchor="t">
            <a:normAutofit fontScale="90000"/>
          </a:bodyPr>
          <a:lstStyle/>
          <a:p>
            <a:r>
              <a:rPr lang="vi-VN" sz="5000" dirty="0"/>
              <a:t>Thuật toán dựng các đỉnh, cạnh từ tệp mê cung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6FFCFC-24A0-2B69-2126-3F83CE33C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273" y="4300631"/>
            <a:ext cx="4358208" cy="93376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vi-VN" sz="1300" dirty="0"/>
              <a:t>Chú ý: Đây là thuật</a:t>
            </a:r>
            <a:r>
              <a:rPr lang="en-US" sz="1300" dirty="0"/>
              <a:t> </a:t>
            </a:r>
            <a:r>
              <a:rPr lang="vi-VN" sz="1300" dirty="0"/>
              <a:t>toán tìm đỉnh và cạnh tối ưu, tạm thời không phù hợp với bài toán hiện tại (sử dụng thuật toán Ngây thơ)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D0734C-004D-4938-8EA0-2C3867A1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37" y="5780876"/>
            <a:ext cx="513116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7228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23DD8-0B2A-D0FD-9DA8-766D0F6B0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Đầu vào và đầu 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A7DD9-9BDD-3C65-452F-857F525F0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Đầu vào: Tệp mê cung có đuôi .map, và một tham số số làn đường (numLanes)</a:t>
            </a:r>
          </a:p>
          <a:p>
            <a:r>
              <a:rPr lang="vi-VN" dirty="0"/>
              <a:t>Đầu ra: Tệp .net.xml có đầy đủ đỉnh, cạnh và đường cho người đi bộ</a:t>
            </a:r>
          </a:p>
        </p:txBody>
      </p:sp>
    </p:spTree>
    <p:extLst>
      <p:ext uri="{BB962C8B-B14F-4D97-AF65-F5344CB8AC3E}">
        <p14:creationId xmlns:p14="http://schemas.microsoft.com/office/powerpoint/2010/main" val="3245987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8FF55-E5A3-6CC9-4242-5B8E9D8D2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Phân tích đầu vào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8B6FB-92D5-6D6C-7B09-B81DD1D9B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4998" y="2196739"/>
            <a:ext cx="6336010" cy="4105589"/>
          </a:xfrm>
        </p:spPr>
        <p:txBody>
          <a:bodyPr/>
          <a:lstStyle/>
          <a:p>
            <a:r>
              <a:rPr lang="vi-VN" dirty="0"/>
              <a:t>Tường trong mê cung có độ dày cố định là 1.</a:t>
            </a:r>
          </a:p>
          <a:p>
            <a:r>
              <a:rPr lang="vi-VN" dirty="0"/>
              <a:t>Độ rộng lối đi cố định ở 1 con số (từ nay gọi là số làn (numLanes))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FF11F7-3D0B-EDAA-9067-9AB38323F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09" y="2196739"/>
            <a:ext cx="4105589" cy="410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734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FD7C7-1C14-8BBA-CB2E-D01DE97BA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A5E7E-525A-4827-2653-1C765F85C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Thuật toán dựng đỉnh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50C35-6D5A-2D29-D920-7E081828F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4998" y="2196739"/>
            <a:ext cx="6336010" cy="4105589"/>
          </a:xfrm>
        </p:spPr>
        <p:txBody>
          <a:bodyPr/>
          <a:lstStyle/>
          <a:p>
            <a:r>
              <a:rPr lang="vi-VN" dirty="0"/>
              <a:t>Các khái niệm:</a:t>
            </a:r>
          </a:p>
          <a:p>
            <a:r>
              <a:rPr lang="vi-VN" dirty="0"/>
              <a:t>Bậc của 1 pixel tạo nên tường: là số pixel đen xung quanh nó, nếu số pixel đen xung quanh 1 pixel đen A là 2 và 2 pixel đó và A thẳng hàng thì bậc của A là không.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A299C7-8395-AFAC-12C7-57F4FAB28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09" y="2196739"/>
            <a:ext cx="4105589" cy="410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532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E3B81-0A62-F3CF-B006-277BDDCCB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4B4FF-969D-0B2A-2C68-A31456B3E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Thuật toán dựng đỉnh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BA8EA-AC57-D2EB-C35E-21953C076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4998" y="2196739"/>
            <a:ext cx="6336010" cy="4105589"/>
          </a:xfrm>
        </p:spPr>
        <p:txBody>
          <a:bodyPr/>
          <a:lstStyle/>
          <a:p>
            <a:r>
              <a:rPr lang="vi-VN" dirty="0"/>
              <a:t>Bước 1: tìm tất cả các pixel đen có bậc lớn hơn không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273A3F-7CDF-511D-DE36-D37CF3E21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09" y="2196739"/>
            <a:ext cx="4105589" cy="410558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7624D53-BFFC-F852-749F-0E45F84C5B8B}"/>
              </a:ext>
            </a:extLst>
          </p:cNvPr>
          <p:cNvSpPr/>
          <p:nvPr/>
        </p:nvSpPr>
        <p:spPr>
          <a:xfrm>
            <a:off x="1501541" y="2916455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F4EAFD-FA7B-00FF-4327-0B463926005B}"/>
              </a:ext>
            </a:extLst>
          </p:cNvPr>
          <p:cNvSpPr/>
          <p:nvPr/>
        </p:nvSpPr>
        <p:spPr>
          <a:xfrm>
            <a:off x="2115954" y="2916455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B4133F-1356-DB1D-266E-49F905766D4F}"/>
              </a:ext>
            </a:extLst>
          </p:cNvPr>
          <p:cNvSpPr/>
          <p:nvPr/>
        </p:nvSpPr>
        <p:spPr>
          <a:xfrm>
            <a:off x="2115954" y="3469908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1DF901-CA56-087E-68C5-A09E8A19C95F}"/>
              </a:ext>
            </a:extLst>
          </p:cNvPr>
          <p:cNvSpPr/>
          <p:nvPr/>
        </p:nvSpPr>
        <p:spPr>
          <a:xfrm>
            <a:off x="2667803" y="2916455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3734E7-C614-8430-9BA8-2840EBE0BE5C}"/>
              </a:ext>
            </a:extLst>
          </p:cNvPr>
          <p:cNvSpPr/>
          <p:nvPr/>
        </p:nvSpPr>
        <p:spPr>
          <a:xfrm>
            <a:off x="3291841" y="2916455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6DD745-413F-C0C2-715D-06594B8B60A7}"/>
              </a:ext>
            </a:extLst>
          </p:cNvPr>
          <p:cNvSpPr/>
          <p:nvPr/>
        </p:nvSpPr>
        <p:spPr>
          <a:xfrm>
            <a:off x="3291841" y="2292130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6F2F32-E1D4-E20E-41CB-87FB56158BDF}"/>
              </a:ext>
            </a:extLst>
          </p:cNvPr>
          <p:cNvSpPr/>
          <p:nvPr/>
        </p:nvSpPr>
        <p:spPr>
          <a:xfrm>
            <a:off x="3869357" y="2292130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9822C5-6C76-0DFE-A3D0-A20A2757C8A7}"/>
              </a:ext>
            </a:extLst>
          </p:cNvPr>
          <p:cNvSpPr/>
          <p:nvPr/>
        </p:nvSpPr>
        <p:spPr>
          <a:xfrm>
            <a:off x="3869357" y="2916455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D17122-3D32-549C-6FD7-03DE65558A7D}"/>
              </a:ext>
            </a:extLst>
          </p:cNvPr>
          <p:cNvSpPr/>
          <p:nvPr/>
        </p:nvSpPr>
        <p:spPr>
          <a:xfrm>
            <a:off x="4446873" y="2916455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3EB976-822C-F133-F63E-9C9977DF94ED}"/>
              </a:ext>
            </a:extLst>
          </p:cNvPr>
          <p:cNvSpPr/>
          <p:nvPr/>
        </p:nvSpPr>
        <p:spPr>
          <a:xfrm>
            <a:off x="3291841" y="3469908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D61AE2-E46D-39F1-5F06-EC3E791E9AC5}"/>
              </a:ext>
            </a:extLst>
          </p:cNvPr>
          <p:cNvSpPr/>
          <p:nvPr/>
        </p:nvSpPr>
        <p:spPr>
          <a:xfrm>
            <a:off x="2730367" y="3469908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4264F5-B27F-3931-D0F2-7F181CB6ACDD}"/>
              </a:ext>
            </a:extLst>
          </p:cNvPr>
          <p:cNvSpPr/>
          <p:nvPr/>
        </p:nvSpPr>
        <p:spPr>
          <a:xfrm>
            <a:off x="956110" y="3469908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13EE97-C34A-48F9-F58B-D79254B0C8A6}"/>
              </a:ext>
            </a:extLst>
          </p:cNvPr>
          <p:cNvSpPr/>
          <p:nvPr/>
        </p:nvSpPr>
        <p:spPr>
          <a:xfrm>
            <a:off x="3869357" y="3484347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FE5D83-D73D-67F4-C2E7-14EBBF2D72C4}"/>
              </a:ext>
            </a:extLst>
          </p:cNvPr>
          <p:cNvSpPr/>
          <p:nvPr/>
        </p:nvSpPr>
        <p:spPr>
          <a:xfrm>
            <a:off x="3291841" y="4067972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27C623-FB38-0BDE-03F8-44DC93A0CE3A}"/>
              </a:ext>
            </a:extLst>
          </p:cNvPr>
          <p:cNvSpPr/>
          <p:nvPr/>
        </p:nvSpPr>
        <p:spPr>
          <a:xfrm>
            <a:off x="3860607" y="4067972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4040FE-63B0-A629-BC73-7BCEF6D6F790}"/>
              </a:ext>
            </a:extLst>
          </p:cNvPr>
          <p:cNvSpPr/>
          <p:nvPr/>
        </p:nvSpPr>
        <p:spPr>
          <a:xfrm>
            <a:off x="4446874" y="4067972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30304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4812B-11E7-772E-5EED-28925757C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24B9D-FDF1-CA29-58AC-16F14D721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Thuật toán dựng đỉnh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9C8AD-A731-1724-A17E-1AD658514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4998" y="2196739"/>
            <a:ext cx="6336010" cy="4105589"/>
          </a:xfrm>
        </p:spPr>
        <p:txBody>
          <a:bodyPr/>
          <a:lstStyle/>
          <a:p>
            <a:r>
              <a:rPr lang="vi-VN" dirty="0"/>
              <a:t>Bước 1: tìm tất cả các pixel đen có bậc lớn hơn không</a:t>
            </a:r>
          </a:p>
          <a:p>
            <a:r>
              <a:rPr lang="vi-VN" dirty="0"/>
              <a:t>Bước 2</a:t>
            </a:r>
            <a:r>
              <a:rPr lang="vi-VN"/>
              <a:t>: dựng các tia mà đỉnh sẽ nằm trên đó, với gốc là các pixel đã tìm được ở trên</a:t>
            </a:r>
            <a:endParaRPr lang="vi-VN" dirty="0"/>
          </a:p>
          <a:p>
            <a:endParaRPr lang="vi-V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298044-3423-2FF2-BD17-A10AFC36B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09" y="2196739"/>
            <a:ext cx="4105589" cy="410558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02A961F-1291-1A27-E8B6-B1CA23762B8E}"/>
              </a:ext>
            </a:extLst>
          </p:cNvPr>
          <p:cNvSpPr/>
          <p:nvPr/>
        </p:nvSpPr>
        <p:spPr>
          <a:xfrm>
            <a:off x="1501541" y="2916455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DD76A1-2595-FFAF-5F14-59FF5C5D872A}"/>
              </a:ext>
            </a:extLst>
          </p:cNvPr>
          <p:cNvSpPr/>
          <p:nvPr/>
        </p:nvSpPr>
        <p:spPr>
          <a:xfrm>
            <a:off x="2115954" y="2916455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A06DA9-F446-524D-E9D5-4B6D3E2F5AF7}"/>
              </a:ext>
            </a:extLst>
          </p:cNvPr>
          <p:cNvSpPr/>
          <p:nvPr/>
        </p:nvSpPr>
        <p:spPr>
          <a:xfrm>
            <a:off x="2115954" y="3469908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76E131-505F-EB24-21A9-A5E8580B24D5}"/>
              </a:ext>
            </a:extLst>
          </p:cNvPr>
          <p:cNvSpPr/>
          <p:nvPr/>
        </p:nvSpPr>
        <p:spPr>
          <a:xfrm>
            <a:off x="2667803" y="2916455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FDC882-4E34-4902-6B38-DED4299AD1B9}"/>
              </a:ext>
            </a:extLst>
          </p:cNvPr>
          <p:cNvSpPr/>
          <p:nvPr/>
        </p:nvSpPr>
        <p:spPr>
          <a:xfrm>
            <a:off x="3291841" y="2916455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0A241F-DF8F-E22F-E72C-2B226DF6C786}"/>
              </a:ext>
            </a:extLst>
          </p:cNvPr>
          <p:cNvSpPr/>
          <p:nvPr/>
        </p:nvSpPr>
        <p:spPr>
          <a:xfrm>
            <a:off x="3291841" y="2292130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F10341-C5F0-2579-8F04-292B022CEA01}"/>
              </a:ext>
            </a:extLst>
          </p:cNvPr>
          <p:cNvSpPr/>
          <p:nvPr/>
        </p:nvSpPr>
        <p:spPr>
          <a:xfrm>
            <a:off x="3869357" y="2292130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6DBBCC-4B06-9A62-4037-6D151882C14C}"/>
              </a:ext>
            </a:extLst>
          </p:cNvPr>
          <p:cNvSpPr/>
          <p:nvPr/>
        </p:nvSpPr>
        <p:spPr>
          <a:xfrm>
            <a:off x="3869357" y="2916455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872EA3-C27E-E13B-345E-A2C21951E78D}"/>
              </a:ext>
            </a:extLst>
          </p:cNvPr>
          <p:cNvSpPr/>
          <p:nvPr/>
        </p:nvSpPr>
        <p:spPr>
          <a:xfrm>
            <a:off x="4446873" y="2916455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C04DB0-D310-8867-C808-B31BF9AD31D7}"/>
              </a:ext>
            </a:extLst>
          </p:cNvPr>
          <p:cNvSpPr/>
          <p:nvPr/>
        </p:nvSpPr>
        <p:spPr>
          <a:xfrm>
            <a:off x="3291841" y="3469908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D7CB3E-0A95-8845-D9B1-C4A61D44FFBE}"/>
              </a:ext>
            </a:extLst>
          </p:cNvPr>
          <p:cNvSpPr/>
          <p:nvPr/>
        </p:nvSpPr>
        <p:spPr>
          <a:xfrm>
            <a:off x="2730367" y="3469908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A9CF7E-A134-8BDC-1186-732E2B85DB64}"/>
              </a:ext>
            </a:extLst>
          </p:cNvPr>
          <p:cNvSpPr/>
          <p:nvPr/>
        </p:nvSpPr>
        <p:spPr>
          <a:xfrm>
            <a:off x="956110" y="3469908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E092EF-4038-98BE-2854-368D611F36E8}"/>
              </a:ext>
            </a:extLst>
          </p:cNvPr>
          <p:cNvSpPr/>
          <p:nvPr/>
        </p:nvSpPr>
        <p:spPr>
          <a:xfrm>
            <a:off x="3869357" y="3484347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3B36C09-8F91-1D9A-0A7E-1AB72F9FC5BA}"/>
              </a:ext>
            </a:extLst>
          </p:cNvPr>
          <p:cNvSpPr/>
          <p:nvPr/>
        </p:nvSpPr>
        <p:spPr>
          <a:xfrm>
            <a:off x="3291841" y="4067972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0C023C-D3C9-1476-4375-842A51492649}"/>
              </a:ext>
            </a:extLst>
          </p:cNvPr>
          <p:cNvSpPr/>
          <p:nvPr/>
        </p:nvSpPr>
        <p:spPr>
          <a:xfrm>
            <a:off x="3860607" y="4067972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6502F4-E509-9F4B-2D42-3B6B01D40E4D}"/>
              </a:ext>
            </a:extLst>
          </p:cNvPr>
          <p:cNvSpPr/>
          <p:nvPr/>
        </p:nvSpPr>
        <p:spPr>
          <a:xfrm>
            <a:off x="4446874" y="4067972"/>
            <a:ext cx="125128" cy="211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4875317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235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Grandview Display</vt:lpstr>
      <vt:lpstr>DashVTI</vt:lpstr>
      <vt:lpstr>Thuật toán dựng các đỉnh, cạnh từ tệp mê cung</vt:lpstr>
      <vt:lpstr>Đầu vào và đầu ra</vt:lpstr>
      <vt:lpstr>Phân tích đầu vào</vt:lpstr>
      <vt:lpstr>Thuật toán dựng đỉnh</vt:lpstr>
      <vt:lpstr>Thuật toán dựng đỉnh</vt:lpstr>
      <vt:lpstr>Thuật toán dựng đỉnh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Đặng Minh Hoàng</dc:creator>
  <cp:lastModifiedBy>Đặng Minh Hoàng</cp:lastModifiedBy>
  <cp:revision>3</cp:revision>
  <dcterms:created xsi:type="dcterms:W3CDTF">2025-11-02T15:01:06Z</dcterms:created>
  <dcterms:modified xsi:type="dcterms:W3CDTF">2025-11-06T01:25:13Z</dcterms:modified>
</cp:coreProperties>
</file>