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E57D-229E-0A82-5C21-D270C4104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96AF6-6C76-7228-EC57-3A936F022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4CF39-D962-63A4-782C-8534A64A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24F80-D098-D40F-C6DA-CAC4B4C4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A7B31-F635-0208-99E8-85778E50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0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EAA5-3BD7-1EC2-D42A-C91FF21BA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6DF5-BD8D-F44F-0FE8-F6A32D4E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374B-78F9-0FB6-F6D9-5FEB97ED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FFB05-3D56-A283-3B38-66744D29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76700-4FDE-EC86-61F7-C9E62730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76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47A4A-0A40-BB3C-10C9-E4859EDF4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44249-E1B3-4FBF-A3A0-B0296CAB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627A2-83B0-698C-27B1-480D83D0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63F59-6E64-3BEB-7882-9D1BE519F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6B53E-C751-70E0-28B4-FD6B1C96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3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1426-9D71-8697-5BAF-6CE905DA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51172-D738-57A0-D52B-ED422B37E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DE1F9-7285-BCDA-76F9-3FBC272EE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D0A48-7DDA-83ED-9D99-D4E601AAA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40FA1-575F-2C31-D578-A00DB4BB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3FBD3-08E8-DCE1-13B0-957A2716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08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0387-E745-C1A6-2AAF-D5BCB8E3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5B311-9217-4986-DA96-CE4133AFC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77EA7-B485-6777-4844-63853581B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6C58A-0A99-06F7-C5D6-30E60C17F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5E805B-D79A-F80A-8461-22B3A78B2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EE68A-1C2A-30FE-49FF-A326A5560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EC9844-69F7-C172-7AFD-DB51C3B0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F80F63-F5D8-2EBD-E5B6-1542BE4F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0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98BA-5ACF-261B-A74F-E147FAC82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7BB06-A9A1-DE78-DF18-9D365E52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C8AB9-D11F-14BC-A239-96938893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7AD7B-1100-FAB6-1A2A-D82AFD62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4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0A0C0-9B27-E8D4-1A20-224356C5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06AB24-0256-6E08-94EF-56FF3D6A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D281C-0DBE-BE42-D73B-BA0317F5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3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37FA-8E0E-022B-09AA-A39F32A78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20C37-C13C-9F48-B88E-F5FF5E691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6B0E5-9E30-3DBB-B45F-3F8B78D3B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59412-8364-10D9-A082-B6DF1F2B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475EC-D6AF-64E4-8089-59AA9AF3E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6067E-6D35-3119-91B3-AF238C09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8133-C68E-02AC-16BC-8742382E8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9E7C7C-D05A-D321-1E6A-D0D7D1258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C2C8A-8BFC-D547-A40E-81A9EB0A7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F4729-9281-AAEE-47AF-69E44028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C215A-5795-02CD-922F-6CDAC824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E6759-A11E-B8F7-6E85-B91FFBE5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CD1A9-B8CB-6710-6B6A-0D141526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B6620-9A4A-1358-C087-AF36E9AD0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CDC02-2BF8-C622-C41F-343AFA66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9B436-3E78-AC79-C3D0-007ACC40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BCDDC-6FB5-4F52-BBB7-2EB4DF50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81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86FE58-B70E-8F71-9826-26A2D3AC4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97FE9-BA3E-F26F-E636-4CBEF895B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5F02E-D33B-462D-CEDD-F701FB02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FBC2-B22B-CE57-BDB9-80E665F2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71319-AFFE-5E07-217A-2F78A457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7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A91CC-C78E-BFA5-E4F4-C9E3BCA54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BAAFE-E75C-2108-7024-EB9ED62A8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055B5-1C05-3AC4-20DA-A4BFC4C8D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0DF73-9179-47AD-B208-AB3F7BAFE63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95F51-2E03-694F-BCE0-44B3BA1BF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388E-8983-DEAF-A48E-A1886814E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2CE27-75C8-4AAC-9BC3-864B8BBA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8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32E2-2064-7207-A2AE-351E47B537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91050-A682-0610-D327-387511A7CC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3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0799FA-33F2-31BB-7870-43C7460D141A}"/>
              </a:ext>
            </a:extLst>
          </p:cNvPr>
          <p:cNvSpPr/>
          <p:nvPr/>
        </p:nvSpPr>
        <p:spPr>
          <a:xfrm>
            <a:off x="2540000" y="1117600"/>
            <a:ext cx="4140200" cy="4140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0C36DC-50BD-4F75-7627-40AF2DD088B2}"/>
              </a:ext>
            </a:extLst>
          </p:cNvPr>
          <p:cNvSpPr/>
          <p:nvPr/>
        </p:nvSpPr>
        <p:spPr>
          <a:xfrm>
            <a:off x="2150533" y="2435225"/>
            <a:ext cx="778933" cy="1504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CE229A-79F3-FECA-67FB-277995CEB565}"/>
              </a:ext>
            </a:extLst>
          </p:cNvPr>
          <p:cNvSpPr/>
          <p:nvPr/>
        </p:nvSpPr>
        <p:spPr>
          <a:xfrm>
            <a:off x="6290734" y="2435225"/>
            <a:ext cx="778933" cy="1504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6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Dang Minh Hoang 20225719</dc:creator>
  <cp:lastModifiedBy>Dang Minh Hoang 20225719</cp:lastModifiedBy>
  <cp:revision>1</cp:revision>
  <dcterms:created xsi:type="dcterms:W3CDTF">2025-03-16T02:53:31Z</dcterms:created>
  <dcterms:modified xsi:type="dcterms:W3CDTF">2025-03-16T03:47:44Z</dcterms:modified>
</cp:coreProperties>
</file>