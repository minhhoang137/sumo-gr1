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4/28/2025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76765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4/28/2025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65418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4/28/2025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3034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4/28/2025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62623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4/28/2025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35798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4/28/2025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07158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4/28/2025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45613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4/28/2025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46853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4/28/2025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01867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4/28/2025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192803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4/28/2025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3252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4/28/2025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5615787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7E2F724-2FB3-4D1D-A730-739B8654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Top view of wood desk with the plant, white keyboard, coffee in a white mug, notebook, and pen">
            <a:extLst>
              <a:ext uri="{FF2B5EF4-FFF2-40B4-BE49-F238E27FC236}">
                <a16:creationId xmlns:a16="http://schemas.microsoft.com/office/drawing/2014/main" id="{B01EABE9-5BC5-6A8A-69C2-995ADE5083F6}"/>
              </a:ext>
            </a:extLst>
          </p:cNvPr>
          <p:cNvPicPr>
            <a:picLocks noChangeAspect="1"/>
          </p:cNvPicPr>
          <p:nvPr/>
        </p:nvPicPr>
        <p:blipFill>
          <a:blip r:embed="rId2">
            <a:alphaModFix amt="40000"/>
          </a:blip>
          <a:srcRect t="1799" b="15175"/>
          <a:stretch/>
        </p:blipFill>
        <p:spPr>
          <a:xfrm>
            <a:off x="-2" y="-2"/>
            <a:ext cx="12192001" cy="6858001"/>
          </a:xfrm>
          <a:prstGeom prst="rect">
            <a:avLst/>
          </a:prstGeom>
        </p:spPr>
      </p:pic>
      <p:sp>
        <p:nvSpPr>
          <p:cNvPr id="2" name="Title 1">
            <a:extLst>
              <a:ext uri="{FF2B5EF4-FFF2-40B4-BE49-F238E27FC236}">
                <a16:creationId xmlns:a16="http://schemas.microsoft.com/office/drawing/2014/main" id="{57F02A2C-BF3F-548E-E985-96A2B09EED15}"/>
              </a:ext>
            </a:extLst>
          </p:cNvPr>
          <p:cNvSpPr>
            <a:spLocks noGrp="1"/>
          </p:cNvSpPr>
          <p:nvPr>
            <p:ph type="ctrTitle"/>
          </p:nvPr>
        </p:nvSpPr>
        <p:spPr>
          <a:xfrm>
            <a:off x="517870" y="978407"/>
            <a:ext cx="5021182" cy="3290107"/>
          </a:xfrm>
        </p:spPr>
        <p:txBody>
          <a:bodyPr anchor="t">
            <a:normAutofit/>
          </a:bodyPr>
          <a:lstStyle/>
          <a:p>
            <a:r>
              <a:rPr lang="vi-VN" sz="6000" dirty="0">
                <a:solidFill>
                  <a:srgbClr val="FFFFFF"/>
                </a:solidFill>
              </a:rPr>
              <a:t>Chức năng của giao diện trên </a:t>
            </a:r>
            <a:r>
              <a:rPr lang="vi-VN" sz="6000" dirty="0" err="1">
                <a:solidFill>
                  <a:srgbClr val="FFFFFF"/>
                </a:solidFill>
              </a:rPr>
              <a:t>Unity</a:t>
            </a:r>
            <a:endParaRPr lang="vi-VN" sz="6000" dirty="0">
              <a:solidFill>
                <a:srgbClr val="FFFFFF"/>
              </a:solidFill>
            </a:endParaRPr>
          </a:p>
        </p:txBody>
      </p:sp>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735777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49C07120-AB6C-54C7-5291-55F4EBAEA012}"/>
              </a:ext>
            </a:extLst>
          </p:cNvPr>
          <p:cNvPicPr>
            <a:picLocks noChangeAspect="1"/>
          </p:cNvPicPr>
          <p:nvPr/>
        </p:nvPicPr>
        <p:blipFill>
          <a:blip r:embed="rId2"/>
          <a:srcRect t="5855" r="-1" b="4122"/>
          <a:stretch/>
        </p:blipFill>
        <p:spPr>
          <a:xfrm>
            <a:off x="0" y="10"/>
            <a:ext cx="12188932" cy="6857990"/>
          </a:xfrm>
          <a:prstGeom prst="rect">
            <a:avLst/>
          </a:prstGeom>
        </p:spPr>
      </p:pic>
      <p:sp>
        <p:nvSpPr>
          <p:cNvPr id="6" name="TextBox 5">
            <a:extLst>
              <a:ext uri="{FF2B5EF4-FFF2-40B4-BE49-F238E27FC236}">
                <a16:creationId xmlns:a16="http://schemas.microsoft.com/office/drawing/2014/main" id="{16E29BE9-2A57-EEDC-438F-A28A5DEA8B01}"/>
              </a:ext>
            </a:extLst>
          </p:cNvPr>
          <p:cNvSpPr txBox="1"/>
          <p:nvPr/>
        </p:nvSpPr>
        <p:spPr>
          <a:xfrm>
            <a:off x="4570208" y="1367783"/>
            <a:ext cx="3048555" cy="1200329"/>
          </a:xfrm>
          <a:prstGeom prst="rect">
            <a:avLst/>
          </a:prstGeom>
          <a:noFill/>
        </p:spPr>
        <p:txBody>
          <a:bodyPr wrap="square" rtlCol="0">
            <a:spAutoFit/>
          </a:bodyPr>
          <a:lstStyle/>
          <a:p>
            <a:pPr algn="just"/>
            <a:r>
              <a:rPr lang="vi-VN" dirty="0">
                <a:solidFill>
                  <a:schemeClr val="tx1">
                    <a:lumMod val="95000"/>
                    <a:lumOff val="5000"/>
                  </a:schemeClr>
                </a:solidFill>
              </a:rPr>
              <a:t>Nhấn nút này để bắt đầu nhận dữ liệu từ </a:t>
            </a:r>
            <a:r>
              <a:rPr lang="vi-VN" dirty="0" err="1">
                <a:solidFill>
                  <a:schemeClr val="tx1">
                    <a:lumMod val="95000"/>
                    <a:lumOff val="5000"/>
                  </a:schemeClr>
                </a:solidFill>
              </a:rPr>
              <a:t>python</a:t>
            </a:r>
            <a:r>
              <a:rPr lang="vi-VN" dirty="0">
                <a:solidFill>
                  <a:schemeClr val="tx1">
                    <a:lumMod val="95000"/>
                    <a:lumOff val="5000"/>
                  </a:schemeClr>
                </a:solidFill>
              </a:rPr>
              <a:t>, mô phỏng sẽ không bắt đầu nếu không được mở bằng </a:t>
            </a:r>
            <a:r>
              <a:rPr lang="vi-VN" dirty="0" err="1">
                <a:solidFill>
                  <a:schemeClr val="tx1">
                    <a:lumMod val="95000"/>
                    <a:lumOff val="5000"/>
                  </a:schemeClr>
                </a:solidFill>
              </a:rPr>
              <a:t>python</a:t>
            </a:r>
            <a:r>
              <a:rPr lang="vi-VN" dirty="0">
                <a:solidFill>
                  <a:schemeClr val="tx1">
                    <a:lumMod val="95000"/>
                    <a:lumOff val="5000"/>
                  </a:schemeClr>
                </a:solidFill>
              </a:rPr>
              <a:t> </a:t>
            </a:r>
          </a:p>
        </p:txBody>
      </p:sp>
      <p:sp>
        <p:nvSpPr>
          <p:cNvPr id="7" name="Speech Bubble: Rectangle 6">
            <a:extLst>
              <a:ext uri="{FF2B5EF4-FFF2-40B4-BE49-F238E27FC236}">
                <a16:creationId xmlns:a16="http://schemas.microsoft.com/office/drawing/2014/main" id="{7ED40B19-2FA7-CB3C-14C5-CED5AFDA88E2}"/>
              </a:ext>
            </a:extLst>
          </p:cNvPr>
          <p:cNvSpPr/>
          <p:nvPr/>
        </p:nvSpPr>
        <p:spPr>
          <a:xfrm>
            <a:off x="4570208" y="1232452"/>
            <a:ext cx="3162435" cy="1659834"/>
          </a:xfrm>
          <a:prstGeom prst="wedgeRect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510048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813E39-ADCC-6F3C-5150-C07107E31CA0}"/>
              </a:ext>
            </a:extLst>
          </p:cNvPr>
          <p:cNvPicPr>
            <a:picLocks noChangeAspect="1"/>
          </p:cNvPicPr>
          <p:nvPr/>
        </p:nvPicPr>
        <p:blipFill>
          <a:blip r:embed="rId2"/>
          <a:stretch>
            <a:fillRect/>
          </a:stretch>
        </p:blipFill>
        <p:spPr>
          <a:xfrm>
            <a:off x="0" y="0"/>
            <a:ext cx="12191999" cy="6858000"/>
          </a:xfrm>
          <a:prstGeom prst="rect">
            <a:avLst/>
          </a:prstGeom>
        </p:spPr>
      </p:pic>
      <p:sp>
        <p:nvSpPr>
          <p:cNvPr id="5" name="Rectangle 4">
            <a:extLst>
              <a:ext uri="{FF2B5EF4-FFF2-40B4-BE49-F238E27FC236}">
                <a16:creationId xmlns:a16="http://schemas.microsoft.com/office/drawing/2014/main" id="{E5AF7867-AC06-E999-0030-1C4DEAEA9574}"/>
              </a:ext>
            </a:extLst>
          </p:cNvPr>
          <p:cNvSpPr/>
          <p:nvPr/>
        </p:nvSpPr>
        <p:spPr>
          <a:xfrm>
            <a:off x="296333" y="643467"/>
            <a:ext cx="11557000" cy="948266"/>
          </a:xfrm>
          <a:prstGeom prst="rect">
            <a:avLst/>
          </a:prstGeom>
          <a:no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nvGrpSpPr>
          <p:cNvPr id="10" name="Group 9">
            <a:extLst>
              <a:ext uri="{FF2B5EF4-FFF2-40B4-BE49-F238E27FC236}">
                <a16:creationId xmlns:a16="http://schemas.microsoft.com/office/drawing/2014/main" id="{1DBEC4F8-7E02-885C-9BD0-4565EFFDBEB1}"/>
              </a:ext>
            </a:extLst>
          </p:cNvPr>
          <p:cNvGrpSpPr/>
          <p:nvPr/>
        </p:nvGrpSpPr>
        <p:grpSpPr>
          <a:xfrm>
            <a:off x="6570616" y="1885404"/>
            <a:ext cx="5310292" cy="3139322"/>
            <a:chOff x="6570616" y="1885404"/>
            <a:chExt cx="5310292" cy="3139322"/>
          </a:xfrm>
        </p:grpSpPr>
        <p:sp>
          <p:nvSpPr>
            <p:cNvPr id="4" name="TextBox 3">
              <a:extLst>
                <a:ext uri="{FF2B5EF4-FFF2-40B4-BE49-F238E27FC236}">
                  <a16:creationId xmlns:a16="http://schemas.microsoft.com/office/drawing/2014/main" id="{07C37162-CDB2-9775-B08F-AF5ADBBB1D54}"/>
                </a:ext>
              </a:extLst>
            </p:cNvPr>
            <p:cNvSpPr txBox="1"/>
            <p:nvPr/>
          </p:nvSpPr>
          <p:spPr>
            <a:xfrm>
              <a:off x="6570616" y="1885405"/>
              <a:ext cx="5151119" cy="3139321"/>
            </a:xfrm>
            <a:prstGeom prst="rect">
              <a:avLst/>
            </a:prstGeom>
            <a:noFill/>
          </p:spPr>
          <p:txBody>
            <a:bodyPr wrap="square" rtlCol="0">
              <a:spAutoFit/>
            </a:bodyPr>
            <a:lstStyle/>
            <a:p>
              <a:pPr algn="just"/>
              <a:r>
                <a:rPr lang="vi-VN" dirty="0">
                  <a:solidFill>
                    <a:schemeClr val="bg1"/>
                  </a:solidFill>
                </a:rPr>
                <a:t>Độ nhạy chuột: điều chỉnh tốc độ quay của </a:t>
              </a:r>
              <a:r>
                <a:rPr lang="vi-VN" dirty="0" err="1">
                  <a:solidFill>
                    <a:schemeClr val="bg1"/>
                  </a:solidFill>
                </a:rPr>
                <a:t>camera</a:t>
              </a:r>
              <a:r>
                <a:rPr lang="vi-VN" dirty="0">
                  <a:solidFill>
                    <a:schemeClr val="bg1"/>
                  </a:solidFill>
                </a:rPr>
                <a:t> khi di chuột</a:t>
              </a:r>
            </a:p>
            <a:p>
              <a:pPr algn="just"/>
              <a:r>
                <a:rPr lang="vi-VN" dirty="0">
                  <a:solidFill>
                    <a:schemeClr val="bg1"/>
                  </a:solidFill>
                </a:rPr>
                <a:t>Tốc độ </a:t>
              </a:r>
              <a:r>
                <a:rPr lang="vi-VN" dirty="0" err="1">
                  <a:solidFill>
                    <a:schemeClr val="bg1"/>
                  </a:solidFill>
                </a:rPr>
                <a:t>camera</a:t>
              </a:r>
              <a:r>
                <a:rPr lang="vi-VN" dirty="0">
                  <a:solidFill>
                    <a:schemeClr val="bg1"/>
                  </a:solidFill>
                </a:rPr>
                <a:t>: tốc độ di chuyển của </a:t>
              </a:r>
              <a:r>
                <a:rPr lang="vi-VN" dirty="0" err="1">
                  <a:solidFill>
                    <a:schemeClr val="bg1"/>
                  </a:solidFill>
                </a:rPr>
                <a:t>camera</a:t>
              </a:r>
              <a:r>
                <a:rPr lang="vi-VN" dirty="0">
                  <a:solidFill>
                    <a:schemeClr val="bg1"/>
                  </a:solidFill>
                </a:rPr>
                <a:t> trong cảnh</a:t>
              </a:r>
            </a:p>
            <a:p>
              <a:pPr algn="just"/>
              <a:r>
                <a:rPr lang="vi-VN" dirty="0">
                  <a:solidFill>
                    <a:schemeClr val="bg1"/>
                  </a:solidFill>
                </a:rPr>
                <a:t>Bội số tốc độ: điều chỉnh độ nhanh chậm các phương tiện trong cảnh, tránh việc ánh xạ sai vị trí (khi giá trị nhỏ) hoặc giật (giá trị lớn), giá trị tối ưu là “bội số” * “</a:t>
              </a:r>
              <a:r>
                <a:rPr lang="vi-VN" dirty="0" err="1">
                  <a:solidFill>
                    <a:schemeClr val="bg1"/>
                  </a:solidFill>
                </a:rPr>
                <a:t>delay</a:t>
              </a:r>
              <a:r>
                <a:rPr lang="vi-VN" dirty="0">
                  <a:solidFill>
                    <a:schemeClr val="bg1"/>
                  </a:solidFill>
                </a:rPr>
                <a:t> trong </a:t>
              </a:r>
              <a:r>
                <a:rPr lang="vi-VN" dirty="0" err="1">
                  <a:solidFill>
                    <a:schemeClr val="bg1"/>
                  </a:solidFill>
                </a:rPr>
                <a:t>sumo-gui</a:t>
              </a:r>
              <a:r>
                <a:rPr lang="vi-VN" dirty="0">
                  <a:solidFill>
                    <a:schemeClr val="bg1"/>
                  </a:solidFill>
                </a:rPr>
                <a:t>” = 10.2 * 110</a:t>
              </a:r>
            </a:p>
            <a:p>
              <a:pPr algn="just"/>
              <a:r>
                <a:rPr lang="vi-VN" dirty="0">
                  <a:solidFill>
                    <a:schemeClr val="bg1"/>
                  </a:solidFill>
                </a:rPr>
                <a:t>Các giá trị có thể thay đổi bằng kéo thanh trượt hoặc nhập giá trị từ bàn phím</a:t>
              </a:r>
            </a:p>
            <a:p>
              <a:endParaRPr lang="vi-VN" dirty="0">
                <a:solidFill>
                  <a:schemeClr val="bg1"/>
                </a:solidFill>
              </a:endParaRPr>
            </a:p>
          </p:txBody>
        </p:sp>
        <p:sp>
          <p:nvSpPr>
            <p:cNvPr id="9" name="Speech Bubble: Rectangle 8">
              <a:extLst>
                <a:ext uri="{FF2B5EF4-FFF2-40B4-BE49-F238E27FC236}">
                  <a16:creationId xmlns:a16="http://schemas.microsoft.com/office/drawing/2014/main" id="{A50BB05C-ACDB-72CC-03EC-69A343A2EF50}"/>
                </a:ext>
              </a:extLst>
            </p:cNvPr>
            <p:cNvSpPr/>
            <p:nvPr/>
          </p:nvSpPr>
          <p:spPr>
            <a:xfrm rot="10800000">
              <a:off x="6570616" y="1885404"/>
              <a:ext cx="5310292" cy="3025262"/>
            </a:xfrm>
            <a:prstGeom prst="wedgeRectCallout">
              <a:avLst>
                <a:gd name="adj1" fmla="val 36443"/>
                <a:gd name="adj2" fmla="val 59178"/>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2" name="Rectangle 1">
            <a:extLst>
              <a:ext uri="{FF2B5EF4-FFF2-40B4-BE49-F238E27FC236}">
                <a16:creationId xmlns:a16="http://schemas.microsoft.com/office/drawing/2014/main" id="{D2A8195F-B3D0-7511-F20B-2DDA9074045E}"/>
              </a:ext>
            </a:extLst>
          </p:cNvPr>
          <p:cNvSpPr/>
          <p:nvPr/>
        </p:nvSpPr>
        <p:spPr>
          <a:xfrm>
            <a:off x="296333" y="2034236"/>
            <a:ext cx="5963192" cy="2690163"/>
          </a:xfrm>
          <a:prstGeom prst="rect">
            <a:avLst/>
          </a:prstGeom>
          <a:no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nvGrpSpPr>
          <p:cNvPr id="6" name="Group 5">
            <a:extLst>
              <a:ext uri="{FF2B5EF4-FFF2-40B4-BE49-F238E27FC236}">
                <a16:creationId xmlns:a16="http://schemas.microsoft.com/office/drawing/2014/main" id="{6EA572CB-BF6F-1037-EB7B-BE94D257CFB5}"/>
              </a:ext>
            </a:extLst>
          </p:cNvPr>
          <p:cNvGrpSpPr/>
          <p:nvPr/>
        </p:nvGrpSpPr>
        <p:grpSpPr>
          <a:xfrm>
            <a:off x="311092" y="4910666"/>
            <a:ext cx="5310292" cy="1477328"/>
            <a:chOff x="6570616" y="1885404"/>
            <a:chExt cx="5310292" cy="3111798"/>
          </a:xfrm>
        </p:grpSpPr>
        <p:sp>
          <p:nvSpPr>
            <p:cNvPr id="7" name="TextBox 6">
              <a:extLst>
                <a:ext uri="{FF2B5EF4-FFF2-40B4-BE49-F238E27FC236}">
                  <a16:creationId xmlns:a16="http://schemas.microsoft.com/office/drawing/2014/main" id="{4F6F0E33-C758-0F57-7CD8-B7E8C6F9B438}"/>
                </a:ext>
              </a:extLst>
            </p:cNvPr>
            <p:cNvSpPr txBox="1"/>
            <p:nvPr/>
          </p:nvSpPr>
          <p:spPr>
            <a:xfrm>
              <a:off x="6570616" y="1885404"/>
              <a:ext cx="5151119" cy="3111798"/>
            </a:xfrm>
            <a:prstGeom prst="rect">
              <a:avLst/>
            </a:prstGeom>
            <a:noFill/>
          </p:spPr>
          <p:txBody>
            <a:bodyPr wrap="square" rtlCol="0">
              <a:spAutoFit/>
            </a:bodyPr>
            <a:lstStyle/>
            <a:p>
              <a:pPr algn="just"/>
              <a:r>
                <a:rPr lang="vi-VN" dirty="0">
                  <a:solidFill>
                    <a:schemeClr val="bg1"/>
                  </a:solidFill>
                </a:rPr>
                <a:t>Các nút đầu vào</a:t>
              </a:r>
            </a:p>
            <a:p>
              <a:pPr algn="just"/>
              <a:r>
                <a:rPr lang="vi-VN" dirty="0">
                  <a:solidFill>
                    <a:schemeClr val="bg1"/>
                  </a:solidFill>
                </a:rPr>
                <a:t>Định vị trí máy quay ngẫu nhiên: đặt máy quay vào góc nhìn của một phương tiện ngẫu nhiên/thả </a:t>
              </a:r>
              <a:r>
                <a:rPr lang="vi-VN" dirty="0" err="1">
                  <a:solidFill>
                    <a:schemeClr val="bg1"/>
                  </a:solidFill>
                </a:rPr>
                <a:t>camera</a:t>
              </a:r>
              <a:r>
                <a:rPr lang="vi-VN" dirty="0">
                  <a:solidFill>
                    <a:schemeClr val="bg1"/>
                  </a:solidFill>
                </a:rPr>
                <a:t> tự do, khi </a:t>
              </a:r>
              <a:r>
                <a:rPr lang="vi-VN" dirty="0" err="1">
                  <a:solidFill>
                    <a:schemeClr val="bg1"/>
                  </a:solidFill>
                </a:rPr>
                <a:t>camera</a:t>
              </a:r>
              <a:r>
                <a:rPr lang="vi-VN" dirty="0">
                  <a:solidFill>
                    <a:schemeClr val="bg1"/>
                  </a:solidFill>
                </a:rPr>
                <a:t> tự do thì có thể di chuyển quanh bản đồ</a:t>
              </a:r>
            </a:p>
          </p:txBody>
        </p:sp>
        <p:sp>
          <p:nvSpPr>
            <p:cNvPr id="8" name="Speech Bubble: Rectangle 7">
              <a:extLst>
                <a:ext uri="{FF2B5EF4-FFF2-40B4-BE49-F238E27FC236}">
                  <a16:creationId xmlns:a16="http://schemas.microsoft.com/office/drawing/2014/main" id="{F63BB1D3-940D-FEDD-6154-706546282427}"/>
                </a:ext>
              </a:extLst>
            </p:cNvPr>
            <p:cNvSpPr/>
            <p:nvPr/>
          </p:nvSpPr>
          <p:spPr>
            <a:xfrm rot="10800000">
              <a:off x="6570616" y="1885404"/>
              <a:ext cx="5310292" cy="3025262"/>
            </a:xfrm>
            <a:prstGeom prst="wedgeRectCallout">
              <a:avLst>
                <a:gd name="adj1" fmla="val 23210"/>
                <a:gd name="adj2" fmla="val 62126"/>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grpSp>
        <p:nvGrpSpPr>
          <p:cNvPr id="11" name="Group 10">
            <a:extLst>
              <a:ext uri="{FF2B5EF4-FFF2-40B4-BE49-F238E27FC236}">
                <a16:creationId xmlns:a16="http://schemas.microsoft.com/office/drawing/2014/main" id="{02F34E45-0AE4-F458-F792-EA5B1F0E9EFF}"/>
              </a:ext>
            </a:extLst>
          </p:cNvPr>
          <p:cNvGrpSpPr/>
          <p:nvPr/>
        </p:nvGrpSpPr>
        <p:grpSpPr>
          <a:xfrm>
            <a:off x="6041449" y="5717619"/>
            <a:ext cx="3213100" cy="822343"/>
            <a:chOff x="6570616" y="1885404"/>
            <a:chExt cx="5310292" cy="3025262"/>
          </a:xfrm>
        </p:grpSpPr>
        <p:sp>
          <p:nvSpPr>
            <p:cNvPr id="12" name="TextBox 11">
              <a:extLst>
                <a:ext uri="{FF2B5EF4-FFF2-40B4-BE49-F238E27FC236}">
                  <a16:creationId xmlns:a16="http://schemas.microsoft.com/office/drawing/2014/main" id="{48BD7BBE-0216-9377-BC45-137F38E5395B}"/>
                </a:ext>
              </a:extLst>
            </p:cNvPr>
            <p:cNvSpPr txBox="1"/>
            <p:nvPr/>
          </p:nvSpPr>
          <p:spPr>
            <a:xfrm>
              <a:off x="6570616" y="1885404"/>
              <a:ext cx="5151119" cy="1361412"/>
            </a:xfrm>
            <a:prstGeom prst="rect">
              <a:avLst/>
            </a:prstGeom>
            <a:noFill/>
          </p:spPr>
          <p:txBody>
            <a:bodyPr wrap="square" rtlCol="0">
              <a:spAutoFit/>
            </a:bodyPr>
            <a:lstStyle/>
            <a:p>
              <a:pPr algn="just"/>
              <a:r>
                <a:rPr lang="vi-VN" dirty="0">
                  <a:solidFill>
                    <a:schemeClr val="bg1"/>
                  </a:solidFill>
                </a:rPr>
                <a:t>Đóng mô phỏng từ cả </a:t>
              </a:r>
              <a:r>
                <a:rPr lang="vi-VN" dirty="0" err="1">
                  <a:solidFill>
                    <a:schemeClr val="bg1"/>
                  </a:solidFill>
                </a:rPr>
                <a:t>Unity</a:t>
              </a:r>
              <a:r>
                <a:rPr lang="vi-VN" dirty="0">
                  <a:solidFill>
                    <a:schemeClr val="bg1"/>
                  </a:solidFill>
                </a:rPr>
                <a:t> và </a:t>
              </a:r>
              <a:r>
                <a:rPr lang="vi-VN" dirty="0" err="1">
                  <a:solidFill>
                    <a:schemeClr val="bg1"/>
                  </a:solidFill>
                </a:rPr>
                <a:t>Python</a:t>
              </a:r>
              <a:endParaRPr lang="vi-VN" dirty="0">
                <a:solidFill>
                  <a:schemeClr val="bg1"/>
                </a:solidFill>
              </a:endParaRPr>
            </a:p>
          </p:txBody>
        </p:sp>
        <p:sp>
          <p:nvSpPr>
            <p:cNvPr id="13" name="Speech Bubble: Rectangle 12">
              <a:extLst>
                <a:ext uri="{FF2B5EF4-FFF2-40B4-BE49-F238E27FC236}">
                  <a16:creationId xmlns:a16="http://schemas.microsoft.com/office/drawing/2014/main" id="{00CA77F9-F72A-2C96-BCF7-64882E7EFB4C}"/>
                </a:ext>
              </a:extLst>
            </p:cNvPr>
            <p:cNvSpPr/>
            <p:nvPr/>
          </p:nvSpPr>
          <p:spPr>
            <a:xfrm rot="10800000">
              <a:off x="6570616" y="1885404"/>
              <a:ext cx="5310292" cy="3025262"/>
            </a:xfrm>
            <a:prstGeom prst="wedgeRectCallout">
              <a:avLst>
                <a:gd name="adj1" fmla="val -64011"/>
                <a:gd name="adj2" fmla="val -27503"/>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grpSp>
    </p:spTree>
    <p:extLst>
      <p:ext uri="{BB962C8B-B14F-4D97-AF65-F5344CB8AC3E}">
        <p14:creationId xmlns:p14="http://schemas.microsoft.com/office/powerpoint/2010/main" val="4230646083"/>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127</TotalTime>
  <Words>180</Words>
  <Application>Microsoft Office PowerPoint</Application>
  <PresentationFormat>Widescreen</PresentationFormat>
  <Paragraphs>9</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Bierstadt</vt:lpstr>
      <vt:lpstr>GestaltVTI</vt:lpstr>
      <vt:lpstr>Chức năng của giao diện trên Unity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Dang Minh Hoang 20225719</dc:creator>
  <cp:lastModifiedBy>Dang Minh Hoang 20225719</cp:lastModifiedBy>
  <cp:revision>2</cp:revision>
  <dcterms:created xsi:type="dcterms:W3CDTF">2025-04-28T03:30:53Z</dcterms:created>
  <dcterms:modified xsi:type="dcterms:W3CDTF">2025-04-28T09:18:09Z</dcterms:modified>
</cp:coreProperties>
</file>